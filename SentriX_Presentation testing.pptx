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3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0" y="0"/>
            <a:ext cx="36576" cy="68580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1097280"/>
            <a:ext cx="2560320" cy="101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1828800"/>
            <a:ext cx="1463040" cy="101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2834640" cy="101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2011680" cy="101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1097280"/>
            <a:ext cx="91440" cy="914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66160" y="1828800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6240" y="3200400"/>
            <a:ext cx="914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15544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71800"/>
            <a:ext cx="3474720" cy="381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2999232"/>
            <a:ext cx="3474720" cy="101600"/>
          </a:xfrm>
          <a:prstGeom prst="rect">
            <a:avLst/>
          </a:prstGeom>
          <a:solidFill>
            <a:srgbClr val="004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2004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Segoe UI"/>
              </a:rPr>
              <a:t>AI-Driven SOC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94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Security Operations Center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1463040"/>
            <a:ext cx="54864" cy="41148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40680" y="1513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Real-Time Threat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33172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0680" y="2382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AI-Powered Incident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3200400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40680" y="3251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Multi-Tool SIEM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06908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40680" y="4119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Automated Response Playbooks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4937760"/>
            <a:ext cx="54864" cy="4114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40680" y="4988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Role-Based SOC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5943600"/>
            <a:ext cx="6675120" cy="640080"/>
          </a:xfrm>
          <a:prstGeom prst="rect">
            <a:avLst/>
          </a:prstGeom>
          <a:solidFill>
            <a:srgbClr val="11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94960" y="600760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Graduation Project  ·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Why traditional SOCs are struggling to keep up with modern threats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91640"/>
            <a:ext cx="11521440" cy="804672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91640"/>
            <a:ext cx="54864" cy="8046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18653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4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  <a:latin typeface="Segoe UI"/>
              </a:rPr>
              <a:t>Alert Overload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1783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SOC analysts face thousands of alerts daily — over 70% are false positives leading to burnout and missed threats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51760"/>
            <a:ext cx="11521440" cy="804672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651760"/>
            <a:ext cx="54864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2834640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8254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4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7432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Slow Incident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743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Manual triage and handoffs delay detection by hours, giving attackers extended dwell time inside the network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11880"/>
            <a:ext cx="11521440" cy="804672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3611880"/>
            <a:ext cx="54864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785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4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703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Segoe UI"/>
              </a:rPr>
              <a:t>Fragmented Tooling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703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SIEM, ticketing, threat intel, and IR tools operate in isolation with no unified workflow or shared context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72000"/>
            <a:ext cx="11521440" cy="804672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4572000"/>
            <a:ext cx="54864" cy="804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4754880"/>
            <a:ext cx="347472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745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4"/>
                </a:solidFill>
                <a:latin typeface="Segoe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6634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Analyst Skill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4663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Junior L1 analysts lack real-time guidance during live incidents, leading to escalation bottlenecks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32120"/>
            <a:ext cx="11521440" cy="804672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532120"/>
            <a:ext cx="54864" cy="80467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" y="5715000"/>
            <a:ext cx="347472" cy="34747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5705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0914"/>
                </a:solidFill>
                <a:latin typeface="Segoe U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623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5FF"/>
                </a:solidFill>
                <a:latin typeface="Segoe UI"/>
              </a:rPr>
              <a:t>No AI Assistance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5623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Most platforms offer zero intelligent analysis — every decision is manual, slow, and prone to human error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Our Solution — SentriX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A unified, AI-powered platform built for the modern Security Operations Center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240" y="1767840"/>
            <a:ext cx="2194560" cy="3840480"/>
          </a:xfrm>
          <a:prstGeom prst="rect">
            <a:avLst/>
          </a:prstGeom>
          <a:solidFill>
            <a:srgbClr val="04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91640"/>
            <a:ext cx="2194560" cy="3840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1691640"/>
            <a:ext cx="2194560" cy="54864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43000" y="1801368"/>
            <a:ext cx="548640" cy="548640"/>
          </a:xfrm>
          <a:prstGeom prst="rect">
            <a:avLst/>
          </a:prstGeom>
          <a:solidFill>
            <a:srgbClr val="005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2350008"/>
            <a:ext cx="2048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F5FF"/>
                </a:solidFill>
                <a:latin typeface="Segoe UI"/>
              </a:rPr>
              <a:t>Real-Time
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172968"/>
            <a:ext cx="1645920" cy="127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" y="3291840"/>
            <a:ext cx="20482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Live alert ingestion
from Wazuh SIEM
&amp; custom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5392" y="1767840"/>
            <a:ext cx="2194560" cy="3840480"/>
          </a:xfrm>
          <a:prstGeom prst="rect">
            <a:avLst/>
          </a:prstGeom>
          <a:solidFill>
            <a:srgbClr val="04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79192" y="1691640"/>
            <a:ext cx="2194560" cy="3840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79192" y="1691640"/>
            <a:ext cx="21945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02152" y="1801368"/>
            <a:ext cx="548640" cy="548640"/>
          </a:xfrm>
          <a:prstGeom prst="rect">
            <a:avLst/>
          </a:prstGeom>
          <a:solidFill>
            <a:srgbClr val="05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52344" y="2350008"/>
            <a:ext cx="2048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Segoe UI"/>
              </a:rPr>
              <a:t>Incident
Response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3512" y="3172968"/>
            <a:ext cx="164592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52344" y="3291840"/>
            <a:ext cx="20482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Full IR lifecycle:
triage → investigate
→ contain → recover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4544" y="1767840"/>
            <a:ext cx="2194560" cy="3840480"/>
          </a:xfrm>
          <a:prstGeom prst="rect">
            <a:avLst/>
          </a:prstGeom>
          <a:solidFill>
            <a:srgbClr val="04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38344" y="1691640"/>
            <a:ext cx="2194560" cy="3840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8344" y="1691640"/>
            <a:ext cx="21945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61304" y="1801368"/>
            <a:ext cx="548640" cy="548640"/>
          </a:xfrm>
          <a:prstGeom prst="rect">
            <a:avLst/>
          </a:prstGeom>
          <a:solidFill>
            <a:srgbClr val="513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11496" y="2350008"/>
            <a:ext cx="2048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Segoe UI"/>
              </a:rPr>
              <a:t>AI Analyst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12664" y="3172968"/>
            <a:ext cx="1645920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11496" y="3291840"/>
            <a:ext cx="20482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Claude &amp; GPT-powered
chat, auto-analysis
&amp; MITRE mapping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3696" y="1767840"/>
            <a:ext cx="2194560" cy="3840480"/>
          </a:xfrm>
          <a:prstGeom prst="rect">
            <a:avLst/>
          </a:prstGeom>
          <a:solidFill>
            <a:srgbClr val="04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97496" y="1691640"/>
            <a:ext cx="2194560" cy="3840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97496" y="1691640"/>
            <a:ext cx="21945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0456" y="1801368"/>
            <a:ext cx="548640" cy="548640"/>
          </a:xfrm>
          <a:prstGeom prst="rect">
            <a:avLst/>
          </a:prstGeom>
          <a:solidFill>
            <a:srgbClr val="291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70648" y="2350008"/>
            <a:ext cx="2048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Segoe UI"/>
              </a:rPr>
              <a:t>Threat Intel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71816" y="3172968"/>
            <a:ext cx="16459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70648" y="3291840"/>
            <a:ext cx="20482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IOC tracking,
VirusTotal scans,
Cortex analyzers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32848" y="1767840"/>
            <a:ext cx="2194560" cy="3840480"/>
          </a:xfrm>
          <a:prstGeom prst="rect">
            <a:avLst/>
          </a:prstGeom>
          <a:solidFill>
            <a:srgbClr val="04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756648" y="1691640"/>
            <a:ext cx="2194560" cy="3840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756648" y="1691640"/>
            <a:ext cx="2194560" cy="5486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579608" y="1801368"/>
            <a:ext cx="548640" cy="548640"/>
          </a:xfrm>
          <a:prstGeom prst="rect">
            <a:avLst/>
          </a:prstGeom>
          <a:solidFill>
            <a:srgbClr val="51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9800" y="2350008"/>
            <a:ext cx="2048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3F5E"/>
                </a:solidFill>
                <a:latin typeface="Segoe UI"/>
              </a:rPr>
              <a:t>Role-Based
Access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30968" y="3172968"/>
            <a:ext cx="1645920" cy="127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29800" y="3291840"/>
            <a:ext cx="20482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Segoe UI"/>
              </a:rPr>
              <a:t>5 SOC roles:
Admin, Manager,
L1/L2, IR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Five clean layers from browser to integration — fully async Python 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00200"/>
            <a:ext cx="11521440" cy="749808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00200"/>
            <a:ext cx="54864" cy="749808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1764792"/>
            <a:ext cx="1737360" cy="40233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17556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914"/>
                </a:solidFill>
                <a:latin typeface="Segoe U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1783080"/>
            <a:ext cx="9326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HTML5  +  Vanilla JS  +  CSS3  |  Role dashboards, Chart.js analytics, SSE streaming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350008"/>
            <a:ext cx="36576" cy="16459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61888" y="2468880"/>
            <a:ext cx="182880" cy="457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514600"/>
            <a:ext cx="11521440" cy="749808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514600"/>
            <a:ext cx="54864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2679192"/>
            <a:ext cx="1737360" cy="40233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6700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914"/>
                </a:solidFill>
                <a:latin typeface="Segoe UI"/>
              </a:rPr>
              <a:t>API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697480"/>
            <a:ext cx="9326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FastAPI (Python)  |  REST endpoints  •  JWT Auth  •  Role guards  •  Async handlers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264408"/>
            <a:ext cx="36576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61888" y="3383280"/>
            <a:ext cx="1828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429000"/>
            <a:ext cx="11521440" cy="749808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3429000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593592"/>
            <a:ext cx="173736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35844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914"/>
                </a:solidFill>
                <a:latin typeface="Segoe UI"/>
              </a:rPr>
              <a:t>BUSINESS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611880"/>
            <a:ext cx="9326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Services: Wazuh poller  •  Playbook executor  •  AI/RAG engine  •  Workflow automation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178808"/>
            <a:ext cx="365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61888" y="4297680"/>
            <a:ext cx="182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4343400"/>
            <a:ext cx="11521440" cy="749808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343400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4507992"/>
            <a:ext cx="173736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44988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914"/>
                </a:solidFill>
                <a:latin typeface="Segoe UI"/>
              </a:rPr>
              <a:t>DATA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4526280"/>
            <a:ext cx="9326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SQLAlchemy 2.0 ORM  +  SQLite  |  Alerts  •  Incidents  •  Tickets  •  IOCs  •  Audit Logs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5093208"/>
            <a:ext cx="36576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61888" y="5212080"/>
            <a:ext cx="182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5257800"/>
            <a:ext cx="11521440" cy="749808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0040" y="5257800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48640" y="5422392"/>
            <a:ext cx="173736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5413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0914"/>
                </a:solidFill>
                <a:latin typeface="Segoe UI"/>
              </a:rPr>
              <a:t>INTEGRATIONS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5440680"/>
            <a:ext cx="9326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Wazuh SIEM  •  TheHive  •  Cortex  •  VirusTotal  •  Claude AI  •  OpenAI GPT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Core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Eight production-ready modules covering the full SOC analyst 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60020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1600200"/>
            <a:ext cx="2834640" cy="54864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1737360"/>
            <a:ext cx="320040" cy="320040"/>
          </a:xfrm>
          <a:prstGeom prst="rect">
            <a:avLst/>
          </a:prstGeom>
          <a:solidFill>
            <a:srgbClr val="003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" y="1783080"/>
            <a:ext cx="228600" cy="2286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5FF"/>
                </a:solidFill>
                <a:latin typeface="Segoe UI"/>
              </a:rPr>
              <a:t>Alert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228346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1945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Ingest, triage &amp; escalate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269494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6" y="26060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Severity 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310642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" y="301752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Status tracking &amp; filtering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160020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46120" y="160020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1737360"/>
            <a:ext cx="320040" cy="320040"/>
          </a:xfrm>
          <a:prstGeom prst="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01568" y="178308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947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Incident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2424" y="228346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57016" y="21945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Full IR lifecycle management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92424" y="269494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57016" y="26060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Phase tracking (contain→recover)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92424" y="310642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57016" y="301752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Playbook automation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60020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160020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27648" y="1737360"/>
            <a:ext cx="320040" cy="320040"/>
          </a:xfrm>
          <a:prstGeom prst="rect">
            <a:avLst/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73368" y="178308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Ticket Queue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4224" y="2283460"/>
            <a:ext cx="50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28816" y="21945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L1 / L2 analyst queues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64224" y="2694940"/>
            <a:ext cx="50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28816" y="26060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Assignment &amp; SLA tracking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64224" y="3106420"/>
            <a:ext cx="50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28816" y="301752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Triage result recording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160020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189720" y="1600200"/>
            <a:ext cx="28346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299448" y="1737360"/>
            <a:ext cx="320040" cy="320040"/>
          </a:xfrm>
          <a:prstGeom prst="rect">
            <a:avLst/>
          </a:prstGeom>
          <a:solidFill>
            <a:srgbClr val="0E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345168" y="1783080"/>
            <a:ext cx="22860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383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egoe UI"/>
              </a:rPr>
              <a:t>Detection Rules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36024" y="2283460"/>
            <a:ext cx="50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00616" y="21945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Custom rule engine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36024" y="2694940"/>
            <a:ext cx="50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500616" y="26060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Auto-evaluation on new alerts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36024" y="3106420"/>
            <a:ext cx="50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00616" y="301752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Rule enable / disable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93192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74320" y="3931920"/>
            <a:ext cx="28346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84048" y="4069080"/>
            <a:ext cx="320040" cy="320040"/>
          </a:xfrm>
          <a:prstGeom prst="rect">
            <a:avLst/>
          </a:prstGeom>
          <a:solidFill>
            <a:srgbClr val="1F0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9768" y="4114800"/>
            <a:ext cx="2286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960" y="4069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Segoe UI"/>
              </a:rPr>
              <a:t>IOC Tracker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" y="4615180"/>
            <a:ext cx="50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85216" y="452628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Store &amp; enrich indicators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" y="5026660"/>
            <a:ext cx="50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85216" y="49377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Cross-incident correlation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" y="5438140"/>
            <a:ext cx="508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5216" y="53492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Malicious flag &amp; score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46120" y="393192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246120" y="3931920"/>
            <a:ext cx="283464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355848" y="4069080"/>
            <a:ext cx="320040" cy="320040"/>
          </a:xfrm>
          <a:prstGeom prst="rect">
            <a:avLst/>
          </a:prstGeom>
          <a:solidFill>
            <a:srgbClr val="3D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401568" y="4114800"/>
            <a:ext cx="228600" cy="228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794760" y="4069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  <a:latin typeface="Segoe UI"/>
              </a:rPr>
              <a:t>VirusTotal Lookup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92424" y="4615180"/>
            <a:ext cx="50800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57016" y="452628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Hash / IP / URL scans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92424" y="5026660"/>
            <a:ext cx="50800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557016" y="49377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Reputation score display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92424" y="5438140"/>
            <a:ext cx="50800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57016" y="53492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One-click from incident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393192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17920" y="3931920"/>
            <a:ext cx="2834640" cy="54864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327648" y="4069080"/>
            <a:ext cx="320040" cy="320040"/>
          </a:xfrm>
          <a:prstGeom prst="rect">
            <a:avLst/>
          </a:prstGeom>
          <a:solidFill>
            <a:srgbClr val="003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373368" y="4114800"/>
            <a:ext cx="228600" cy="2286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766560" y="4069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5FF"/>
                </a:solidFill>
                <a:latin typeface="Segoe UI"/>
              </a:rPr>
              <a:t>Audit Log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64224" y="461518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528816" y="452628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Full activity history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64224" y="502666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28816" y="49377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Tamper-evident records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64224" y="5438140"/>
            <a:ext cx="50800" cy="508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28816" y="53492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Compliance &amp; forensics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89720" y="3931920"/>
            <a:ext cx="2834640" cy="20116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189720" y="393192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299448" y="4069080"/>
            <a:ext cx="320040" cy="320040"/>
          </a:xfrm>
          <a:prstGeom prst="rect">
            <a:avLst/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45168" y="411480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38360" y="4069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Report Generation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36024" y="461518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500616" y="452628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One-click PDF export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36024" y="502666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500616" y="493776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AI-generated summaries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36024" y="543814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500616" y="5349240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Per-incident timeline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AI Analyst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Powered by Anthropic Claude — real-time intelligence inside your SOC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45920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45920"/>
            <a:ext cx="45720" cy="676656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1810512"/>
            <a:ext cx="256032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1700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5FF"/>
                </a:solidFill>
                <a:latin typeface="Segoe UI"/>
              </a:rPr>
              <a:t>Contextual SOC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19933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Ask anything — AI answers using live alert &amp; incident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41448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2441448"/>
            <a:ext cx="45720" cy="676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2606040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Incident Auto-Analysis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2788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One-click full analysis: Summary • IOCs • MITRE •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36976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236976"/>
            <a:ext cx="45720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401568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Streaming Responses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3584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Server-Sent Events for real-time token-by-token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32504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32504"/>
            <a:ext cx="45720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4197096"/>
            <a:ext cx="25603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968" y="4087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Session 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3799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Retains last 10 messages per analyst session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28032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4828032"/>
            <a:ext cx="45720" cy="6766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4992624"/>
            <a:ext cx="256032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" y="4882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egoe UI"/>
              </a:rPr>
              <a:t>RAG Knowledge 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5175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Grounded answers built from platform alert &amp; incident history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623560"/>
            <a:ext cx="5669280" cy="676656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5623560"/>
            <a:ext cx="45720" cy="67665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5788152"/>
            <a:ext cx="25603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6968" y="5678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Segoe UI"/>
              </a:rPr>
              <a:t>Provider Fallback Chain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59710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Claude → OpenAI GPT → Demo mode — never goes dark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1600200"/>
            <a:ext cx="5486400" cy="498348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0" y="1600200"/>
            <a:ext cx="5486400" cy="384048"/>
          </a:xfrm>
          <a:prstGeom prst="rect">
            <a:avLst/>
          </a:prstGeom>
          <a:solidFill>
            <a:srgbClr val="12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65392" y="1755648"/>
            <a:ext cx="128016" cy="12801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21424" y="1755648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077456" y="1755648"/>
            <a:ext cx="128016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SentriX AI Analyst  —  Live Demo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60" y="2148840"/>
            <a:ext cx="5212080" cy="594360"/>
          </a:xfrm>
          <a:prstGeom prst="rect">
            <a:avLst/>
          </a:prstGeom>
          <a:solidFill>
            <a:srgbClr val="0D1A2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01968" y="2176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Segoe UI"/>
              </a:rPr>
              <a:t>Analyst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1968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"Analyze incident INC-0042 and suggest containment actions."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37960" y="2880360"/>
            <a:ext cx="5212080" cy="3520440"/>
          </a:xfrm>
          <a:prstGeom prst="rect">
            <a:avLst/>
          </a:prstGeom>
          <a:solidFill>
            <a:srgbClr val="0614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01968" y="2907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Segoe UI"/>
              </a:rPr>
              <a:t>SentriX AI  ·  claude-opus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32004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5FF"/>
                </a:solidFill>
                <a:latin typeface="Segoe UI"/>
              </a:rPr>
              <a:t>## Incident Summary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SSH brute-force attack from 192.168.1.105.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847 failed attempts targeting root &amp; admin.</a:t>
            </a:r>
          </a:p>
          <a:p>
            <a:pPr algn="l"/>
            <a:endParaRPr sz="1100" b="0">
              <a:solidFill>
                <a:srgbClr val="CBD5E1"/>
              </a:solidFill>
              <a:latin typeface="Segoe UI"/>
            </a:endParaRPr>
          </a:p>
          <a:p>
            <a:pPr algn="l"/>
            <a:r>
              <a:rPr sz="1200" b="0">
                <a:solidFill>
                  <a:srgbClr val="00F5FF"/>
                </a:solidFill>
                <a:latin typeface="Segoe UI"/>
              </a:rPr>
              <a:t>## Key IOCs</a:t>
            </a:r>
          </a:p>
          <a:p>
            <a:pPr algn="l"/>
            <a:r>
              <a:rPr sz="1100" b="0">
                <a:solidFill>
                  <a:srgbClr val="F43F5E"/>
                </a:solidFill>
                <a:latin typeface="Segoe UI"/>
              </a:rPr>
              <a:t>  * IP: 192.168.1.105  &lt;- MALICIOUS (VT: 34/93)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  * Accounts: root, admin, ubuntu</a:t>
            </a:r>
          </a:p>
          <a:p>
            <a:pPr algn="l"/>
            <a:endParaRPr sz="1100" b="0">
              <a:solidFill>
                <a:srgbClr val="CBD5E1"/>
              </a:solidFill>
              <a:latin typeface="Segoe UI"/>
            </a:endParaRPr>
          </a:p>
          <a:p>
            <a:pPr algn="l"/>
            <a:r>
              <a:rPr sz="1200" b="0">
                <a:solidFill>
                  <a:srgbClr val="00F5FF"/>
                </a:solidFill>
                <a:latin typeface="Segoe UI"/>
              </a:rPr>
              <a:t>## MITRE ATT&amp;CK</a:t>
            </a:r>
          </a:p>
          <a:p>
            <a:pPr algn="l"/>
            <a:r>
              <a:rPr sz="1100" b="0">
                <a:solidFill>
                  <a:srgbClr val="F59E0B"/>
                </a:solidFill>
                <a:latin typeface="Segoe UI"/>
              </a:rPr>
              <a:t>  T1110 - Brute Force  |  TA0001 Initial Access</a:t>
            </a:r>
          </a:p>
          <a:p>
            <a:pPr algn="l"/>
            <a:endParaRPr sz="1100" b="0">
              <a:solidFill>
                <a:srgbClr val="F59E0B"/>
              </a:solidFill>
              <a:latin typeface="Segoe UI"/>
            </a:endParaRPr>
          </a:p>
          <a:p>
            <a:pPr algn="l"/>
            <a:r>
              <a:rPr sz="1200" b="0">
                <a:solidFill>
                  <a:srgbClr val="00F5FF"/>
                </a:solidFill>
                <a:latin typeface="Segoe UI"/>
              </a:rPr>
              <a:t>## Recommended Actions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  1. Block 192.168.1.105 at firewall immediately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  2. Reset all targeted account credentials</a:t>
            </a:r>
          </a:p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  3. Enable MFA on all SSH access points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External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Open ecosystem connecting the most trusted cybersecurity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540" y="1709420"/>
            <a:ext cx="2743200" cy="484632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45920"/>
            <a:ext cx="2743200" cy="48463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1645920"/>
            <a:ext cx="2743200" cy="64008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16916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914"/>
                </a:solidFill>
                <a:latin typeface="Segoe UI"/>
              </a:rPr>
              <a:t>Wazuh SIEM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331720"/>
            <a:ext cx="237744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4632" y="261620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2514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Open-source SIEM &amp; XDR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334772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3246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Real-time log ingestion via polling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407924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3977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Alert conversion to SentriX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81076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4709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Configurable polling interval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" y="554228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Username / password auth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55340" y="1709420"/>
            <a:ext cx="2743200" cy="484632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1840" y="1645920"/>
            <a:ext cx="2743200" cy="48463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1840" y="1645920"/>
            <a:ext cx="27432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16916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914"/>
                </a:solidFill>
                <a:latin typeface="Segoe UI"/>
              </a:rPr>
              <a:t>TheHive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2331720"/>
            <a:ext cx="237744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56432" y="261620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39312" y="2514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Case management 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56432" y="334772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39312" y="3246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Auto-create cases from incidents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56432" y="407924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39312" y="3977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Bidirectional task sync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56432" y="481076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9312" y="4709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Tag &amp; observable support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56432" y="554228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39312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Bearer token authentication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7140" y="1709420"/>
            <a:ext cx="2743200" cy="484632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1645920"/>
            <a:ext cx="2743200" cy="48463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63640" y="1645920"/>
            <a:ext cx="27432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63640" y="16916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914"/>
                </a:solidFill>
                <a:latin typeface="Segoe UI"/>
              </a:rPr>
              <a:t>Cortex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331720"/>
            <a:ext cx="237744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28232" y="261620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11112" y="2514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Threat analysis orchestrator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334772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11112" y="3246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Run analyzers on IOCs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28232" y="407924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11112" y="3977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Responder action execution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28232" y="481076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11112" y="4709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Job result tracking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28232" y="554228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11112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API key authentication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98940" y="1709420"/>
            <a:ext cx="2743200" cy="484632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235440" y="1645920"/>
            <a:ext cx="2743200" cy="48463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235440" y="1645920"/>
            <a:ext cx="27432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35440" y="16916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914"/>
                </a:solidFill>
                <a:latin typeface="Segoe UI"/>
              </a:rPr>
              <a:t>VirusTotal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2331720"/>
            <a:ext cx="237744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400032" y="261620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582912" y="2514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Global malware intelligence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00032" y="334772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582912" y="3246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Hash / IP / URL lookups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0032" y="407924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582912" y="3977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Score-based IOC classification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00032" y="481076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582912" y="4709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Community votes &amp; metadata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00032" y="554228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82912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Free &amp; Premium API support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User Roles &amp; SOC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Five specialized roles with granular permissions and dedicated dashboards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00200"/>
            <a:ext cx="11521440" cy="786384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1600200"/>
            <a:ext cx="54864" cy="786384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1764792"/>
            <a:ext cx="384048" cy="384048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1755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16733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5FF"/>
                </a:solidFill>
                <a:latin typeface="Segoe UI"/>
              </a:rP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1755648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Full system access: user management, integration config, all modules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51176"/>
            <a:ext cx="11521440" cy="786384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551176"/>
            <a:ext cx="54864" cy="7863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0352" y="2715768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2706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6243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706624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Dashboard, alerts, incidents, reports, analytics overview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02152"/>
            <a:ext cx="11521440" cy="786384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3502152"/>
            <a:ext cx="54864" cy="7863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352" y="3666744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36576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5753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L1 SOC 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Alert triage, ticket queue, basic dashboard, escalation to L2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53128"/>
            <a:ext cx="11521440" cy="786384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4453128"/>
            <a:ext cx="54864" cy="7863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0352" y="4617720"/>
            <a:ext cx="384048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4608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5262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Segoe UI"/>
              </a:rPr>
              <a:t>L2 SOC Analyst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460857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Deep investigations, AI analyst, IOC enrichment, incident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404104"/>
            <a:ext cx="11521440" cy="786384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404104"/>
            <a:ext cx="54864" cy="78638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0352" y="5568696"/>
            <a:ext cx="384048" cy="38404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0352" y="55595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47725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Segoe UI"/>
              </a:rPr>
              <a:t>Incident Responder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55955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IR dashboard, playbook execution, SOAR actions, notifications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11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428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F5FF"/>
                </a:solidFill>
                <a:latin typeface="Segoe UI"/>
              </a:rPr>
              <a:t>Alert Received  →  L1 Triage  →  Escalate to L2  →  Incident Created  →  IR Response  →  Resolved  → 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64592"/>
            <a:ext cx="36576" cy="25603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5FF"/>
                </a:solidFill>
                <a:latin typeface="Segoe UI"/>
              </a:rPr>
              <a:t>SENTRIX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Segoe UI"/>
              </a:rPr>
              <a:t>Modern, production-grade tools chosen for security, performance, and scalability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9532" y="1663700"/>
            <a:ext cx="2240280" cy="443484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" y="1600200"/>
            <a:ext cx="2240280" cy="443484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6032" y="1600200"/>
            <a:ext cx="2240280" cy="5029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" y="163677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914"/>
                </a:solidFill>
                <a:latin typeface="Segoe UI"/>
              </a:rPr>
              <a:t>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" y="2148840"/>
            <a:ext cx="196596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" y="2400300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" y="22860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FastAPI 0.115 (async)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3113532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" y="299923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SQLAlchemy 2.0 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3826764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" y="3712464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Uvicorn ASGI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" y="4539996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" y="4425696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Pydantic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253228"/>
            <a:ext cx="63500" cy="6350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" y="5138928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JWT + bcrypt auth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6972" y="1663700"/>
            <a:ext cx="2240280" cy="443484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633472" y="1600200"/>
            <a:ext cx="2240280" cy="443484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33472" y="1600200"/>
            <a:ext cx="224028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33472" y="163677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914"/>
                </a:solidFill>
                <a:latin typeface="Segoe UI"/>
              </a:rPr>
              <a:t>Frontend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70632" y="2148840"/>
            <a:ext cx="196596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98064" y="2400300"/>
            <a:ext cx="635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80944" y="22860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HTML5 + CSS3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98064" y="3113532"/>
            <a:ext cx="635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80944" y="299923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Vanilla JavaScript ES6+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98064" y="3826764"/>
            <a:ext cx="635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80944" y="3712464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Chart.js analytics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4539996"/>
            <a:ext cx="635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80944" y="4425696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Fetch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98064" y="5253228"/>
            <a:ext cx="635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80944" y="5138928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SSE streaming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412" y="1663700"/>
            <a:ext cx="2240280" cy="443484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10912" y="1600200"/>
            <a:ext cx="2240280" cy="443484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10912" y="1600200"/>
            <a:ext cx="22402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10912" y="163677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914"/>
                </a:solidFill>
                <a:latin typeface="Segoe UI"/>
              </a:rPr>
              <a:t>AI / ML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48072" y="2148840"/>
            <a:ext cx="196596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75504" y="240030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58384" y="22860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Anthropic Claude (primary)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75504" y="3113532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58384" y="299923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OpenAI GPT (fallback)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75504" y="3826764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58384" y="3712464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RAG knowledge base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75504" y="4539996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58384" y="4425696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MITRE ATT&amp;CK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75504" y="5253228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58384" y="5138928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Demo mode fallback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1852" y="1663700"/>
            <a:ext cx="2240280" cy="443484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388352" y="1600200"/>
            <a:ext cx="2240280" cy="443484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388352" y="1600200"/>
            <a:ext cx="2240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88352" y="163677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914"/>
                </a:solidFill>
                <a:latin typeface="Segoe UI"/>
              </a:rPr>
              <a:t>DevOps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148840"/>
            <a:ext cx="196596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552944" y="240030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735824" y="22860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Docker + Compose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52944" y="3113532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35824" y="299923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GitHub Actions CI/CD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52944" y="3826764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35824" y="3712464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Dev Container (.devcontainer)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52944" y="4539996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35824" y="4425696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.env-driven config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52944" y="5253228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735824" y="5138928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Monitor agent (psutil)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29292" y="1663700"/>
            <a:ext cx="2240280" cy="4434840"/>
          </a:xfrm>
          <a:prstGeom prst="rect">
            <a:avLst/>
          </a:prstGeom>
          <a:solidFill>
            <a:srgbClr val="02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765792" y="1600200"/>
            <a:ext cx="2240280" cy="443484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765792" y="1600200"/>
            <a:ext cx="22402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65792" y="163677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70914"/>
                </a:solidFill>
                <a:latin typeface="Segoe UI"/>
              </a:rPr>
              <a:t>Security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02952" y="2148840"/>
            <a:ext cx="1965960" cy="1270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930384" y="2400300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113264" y="22860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Role-based access (RBAC)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30384" y="3113532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113264" y="2999232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JWT expiry &amp; refresh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930384" y="3826764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113264" y="3712464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Full audit logging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30384" y="4539996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13264" y="4425696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Input validation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930384" y="5253228"/>
            <a:ext cx="63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113264" y="5138928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HTTPS-ready (TLS)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114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325880"/>
            <a:ext cx="5440680" cy="4983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1325880"/>
            <a:ext cx="54406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1353312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914"/>
                </a:solidFill>
                <a:latin typeface="Segoe UI"/>
              </a:rPr>
              <a:t>What We Built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00914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Unified SOC dashboard — real-time alert ingestion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255778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Full incident response lifecycle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310642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AI analyst powered by Claude + GPT (streaming)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365506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3566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VirusTotal + Cortex threat intelligence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420370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4114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Role-based access for 5 SOC analyst levels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75234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" y="4663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Automated playbook execution (SOAR)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530098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5212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Wazuh SIEM + TheHive + Cortex integrations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5849620"/>
            <a:ext cx="635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" y="5760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Docker deployment + GitHub Actions CI/CD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325880"/>
            <a:ext cx="5440680" cy="498348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1353312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914"/>
                </a:solidFill>
                <a:latin typeface="Segoe UI"/>
              </a:rPr>
              <a:t>Future Roadmap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200914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0256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ML-based local anomaly detection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255778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0256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Automated threat hunting with query scheduler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10642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0256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Mobile push notifications for on-call analysts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365506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6" y="3566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Multi-tenant SaaS deployment mode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088" y="420370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0256" y="4114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Visual playbook editor (drag &amp; drop)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9088" y="475234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0256" y="4663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Attack path graph visualization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530098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6" y="5212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Elastic SIEM &amp; Splunk integration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19088" y="5849620"/>
            <a:ext cx="6350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0256" y="5760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Segoe UI"/>
              </a:rPr>
              <a:t>Compliance reports (ISO 27001, NIST, PCI-DSS)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1371600"/>
            <a:ext cx="12700" cy="484632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852160" y="1371600"/>
            <a:ext cx="101600" cy="4846320"/>
          </a:xfrm>
          <a:prstGeom prst="rect">
            <a:avLst/>
          </a:prstGeom>
          <a:solidFill>
            <a:srgbClr val="00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0914"/>
                </a:solidFill>
                <a:latin typeface="Segoe UI"/>
              </a:rPr>
              <a:t>Thank You  —  SentriX: Securing the Future of Security Operations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1101</Words>
  <Application>Microsoft Office PowerPoint</Application>
  <PresentationFormat>Custom</PresentationFormat>
  <Paragraphs>231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Mohannad Hamdan</cp:lastModifiedBy>
  <cp:revision>1</cp:revision>
  <dcterms:created xsi:type="dcterms:W3CDTF">2013-01-27T09:14:16Z</dcterms:created>
  <dcterms:modified xsi:type="dcterms:W3CDTF">2026-06-11T15:43:52Z</dcterms:modified>
  <cp:category/>
</cp:coreProperties>
</file>